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40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IWP FINAL PRESENTATION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ARMOUR CLASH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third-person 3D GVG-like mech fighting game  ·  Unity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Junhao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   ·   Admin No 241526K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Title / Summary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Milestones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points / Challenges faced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Armour Clash —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1v1 boost-action mech duel in the style of Gundam Extreme Vs. / Starward: manage the boost gauge to dash, dodge and fly; every attack is readable and counterable; the city arena itself is destructible ammunition.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039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DUEL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50008"/>
            <a:ext cx="3749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economy with overheat + landing lag; 2x-speed dashes; step-dodges that break shot homing (the core dodge rule).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96596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2039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MELEE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2350008"/>
            <a:ext cx="3749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4-hit saber strings, rainbow-step cancels and extensions, soft vs hard knockdowns, a guaranteed cinematic finisher fling.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593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ARENA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904488"/>
            <a:ext cx="3749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building breakable into physics debris; rooftops landable; throwable street objects (tree / barrel / car / EMP mast) usable by BOTH sides.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52044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593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GAME WRAPPER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904488"/>
            <a:ext cx="3749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+ settings, 13-step tutorial, READY-FIGHT intro, Awakening burst with cut-in, timed rounds, S-D ranked results.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identity: all SFX, music, UI and most VFX are synthesized procedurally in code — near-zero audio/art asset footprint.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deliver what was pitched?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2 pitch named two unique selling points — the things the reference games do not do.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44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1 - A RIVAL THAT FEELS HUMAN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755648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hand-authored behaviour system: telegraphed shot wind-ups, reactive dodge/guard choices, punish windows on your landing lag, range-banded specials and a dash tackle. Difficulty scales its reaction gap.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444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2 - AN ARENA THAT FIGHTS BACK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755648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throwable object types with genuinely different effects (tree smash, barrel fire AoE, car = instant knockdown, EMP mast stun), restocked live during the match. Buildings break; rooftops are landable.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6499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CHANGE, STATED HONESTLY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675888"/>
            <a:ext cx="7955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proposed a learning AI using a behavioural cloning algorithm. That was cut: collecting and training on enough clean human play was not achievable inside the schedule alongside the combat system, and a half-trained model plays worse than good hand-authored behaviour. The USP - an opponent that feels like a person - was met through readable telegraphs, reactions and punishes instead. This is the single largest deviation from the pitch.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on the pitch task list shipped: movement, attacks + hit system, interactable objects, AI opponent, health + win/lose, cost system, polish.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/ Milestones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as pitched in Week 2 (Gantt: Week 3 - Week 17), with delivery status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4389120"/>
                <a:gridCol w="11887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55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Foundation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3 - 5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setup, core systems, basic player 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Core development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6 - 10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Combat system, enemy AI, level design, progression, UI &amp; HUD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Content creation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11 - 13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assets, environment &amp; map, interactions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Testing &amp; balancing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14 - 15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Playtesting (10 testers), balance &amp; adjustments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Polishing &amp; final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16 - 17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Polish (bug fixes, animation, effects), final build &amp; submission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hit: </a:t>
            </a:r>
            <a:pPr indent="0" marL="0">
              <a:buNone/>
            </a:pPr>
            <a:r>
              <a:rPr lang="en-US" sz="1250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basic movement  ·  W7 prototype with win/lose + simple AI  ·  W11 assets ready  ·  W14 playtest, balance, polish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rhythm: task list -&gt; implement -&gt; test in Unity next session -&gt; the previous test drives the next task.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 drove the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7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testers · structured 8-case survey · Week 14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27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93852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“Bullets are aimbots” · “landing isn't smooth / floats off the floor” · “camera goes crazy up close”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627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SHIPPED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93852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windup telegraph + step-breaks-homing · landing blend + model pinning · orbit-rate-capped camera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82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49300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“Combos feel samey” · “nothing tells me I got hit”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1821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SHIPPED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493008"/>
            <a:ext cx="37490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combos, dash tackle, rainbow-step extensions · hit VFX/SFX, damage flash, combo counter, hit-stop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mechanic in the final build traces to the reference games or to a tester complaint.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&amp; settings  →  tutorial lock-on lesson  →  live round on Hard: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 / step-dodge → melee string → finisher fling through a building → barrel throw → gerobi → BURST → ranked result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study beats invention: copying the reference games' exact rules (step breaks homing, downs reset the bar, launchers always down) produced better game feel than any original tuning I tried.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Playtests find what you cannot: all three of my biggest fixes came from watching testers, not from playing my own build.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retargeting pipeline: humanoid retargeting an MMD rig needs a baked reference T-pose; raw bind poses fold limbs silently.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one detection path: melee only became reliable when hits came from an authoritative overlap scan instead of physics callbacks.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assets are a superpower for solo scope: synthesized audio/VFX/UI meant zero asset-hunting and instant iteration.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is code you can point to: hit-stop, freeze-frames, camera shake and cut-ins turned the same numbers into a 'game'.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MMD GUNDAM RIG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72768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Fan-made model with Japanese bone names, no T-pose, broken animation takes. Fixed with a custom AssetPostprocessor: explicit 19-bone map + baked T-pose JSON + weapon re-mounting tools.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DETECTION SAGA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1572768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Fists inherited a 93x bone scale (39-unit hitboxes hitting across the map), then trigger events silently never fired vs a standing CharacterController. Ended with a scan-based, state-driven system.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TRAPS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310128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CharacterController position caching reverted knockdown flights to 'flew 0.0u'; scene-serialized values overriding code defaults; animation events lost on retargeted clips.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3429"/>
            </a:avLst>
          </a:prstGeom>
          <a:solidFill>
            <a:srgbClr val="F4F6F9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9992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SOLO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3310128"/>
            <a:ext cx="37490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buff broke something else (speed buff broke melee range and thruster VFX). Diagnostic-first debugging - one console line per system - made each report a one-round fix.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takeaway: log the truth before changing the code.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ARMOUR CLASH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2026-08-10T18:25:11Z</dcterms:created>
  <dcterms:modified xsi:type="dcterms:W3CDTF">2026-08-10T18:25:11Z</dcterms:modified>
</cp:coreProperties>
</file>